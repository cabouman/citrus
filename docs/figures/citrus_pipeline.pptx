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849600" cy="5029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4" userDrawn="1">
          <p15:clr>
            <a:srgbClr val="A4A3A4"/>
          </p15:clr>
        </p15:guide>
        <p15:guide id="2" pos="37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C55A11"/>
    <a:srgbClr val="BF9000"/>
    <a:srgbClr val="2F5597"/>
    <a:srgbClr val="7030A0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0" d="100"/>
          <a:sy n="80" d="100"/>
        </p:scale>
        <p:origin x="1662" y="936"/>
      </p:cViewPr>
      <p:guideLst>
        <p:guide orient="horz" pos="1584"/>
        <p:guide pos="374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91540" y="1562312"/>
            <a:ext cx="10104120" cy="10780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3080" y="2849880"/>
            <a:ext cx="8321040" cy="12852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352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70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056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409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6761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113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3465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6818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007" y="3231729"/>
            <a:ext cx="10104120" cy="998855"/>
          </a:xfrm>
        </p:spPr>
        <p:txBody>
          <a:bodyPr anchor="t"/>
          <a:lstStyle>
            <a:lvl1pPr algn="l">
              <a:defRPr sz="2932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9007" y="2131592"/>
            <a:ext cx="10104120" cy="1100137"/>
          </a:xfrm>
        </p:spPr>
        <p:txBody>
          <a:bodyPr anchor="b"/>
          <a:lstStyle>
            <a:lvl1pPr marL="0" indent="0">
              <a:buNone/>
              <a:defRPr sz="1467">
                <a:solidFill>
                  <a:schemeClr val="tx1">
                    <a:tint val="75000"/>
                  </a:schemeClr>
                </a:solidFill>
              </a:defRPr>
            </a:lvl1pPr>
            <a:lvl2pPr marL="335228" indent="0">
              <a:buNone/>
              <a:defRPr sz="1320">
                <a:solidFill>
                  <a:schemeClr val="tx1">
                    <a:tint val="75000"/>
                  </a:schemeClr>
                </a:solidFill>
              </a:defRPr>
            </a:lvl2pPr>
            <a:lvl3pPr marL="670454" indent="0">
              <a:buNone/>
              <a:defRPr sz="1173">
                <a:solidFill>
                  <a:schemeClr val="tx1">
                    <a:tint val="75000"/>
                  </a:schemeClr>
                </a:solidFill>
              </a:defRPr>
            </a:lvl3pPr>
            <a:lvl4pPr marL="1005681" indent="0">
              <a:buNone/>
              <a:defRPr sz="1027">
                <a:solidFill>
                  <a:schemeClr val="tx1">
                    <a:tint val="75000"/>
                  </a:schemeClr>
                </a:solidFill>
              </a:defRPr>
            </a:lvl4pPr>
            <a:lvl5pPr marL="1340909" indent="0">
              <a:buNone/>
              <a:defRPr sz="1027">
                <a:solidFill>
                  <a:schemeClr val="tx1">
                    <a:tint val="75000"/>
                  </a:schemeClr>
                </a:solidFill>
              </a:defRPr>
            </a:lvl5pPr>
            <a:lvl6pPr marL="1676136" indent="0">
              <a:buNone/>
              <a:defRPr sz="1027">
                <a:solidFill>
                  <a:schemeClr val="tx1">
                    <a:tint val="75000"/>
                  </a:schemeClr>
                </a:solidFill>
              </a:defRPr>
            </a:lvl6pPr>
            <a:lvl7pPr marL="2011363" indent="0">
              <a:buNone/>
              <a:defRPr sz="1027">
                <a:solidFill>
                  <a:schemeClr val="tx1">
                    <a:tint val="75000"/>
                  </a:schemeClr>
                </a:solidFill>
              </a:defRPr>
            </a:lvl7pPr>
            <a:lvl8pPr marL="2346590" indent="0">
              <a:buNone/>
              <a:defRPr sz="1027">
                <a:solidFill>
                  <a:schemeClr val="tx1">
                    <a:tint val="75000"/>
                  </a:schemeClr>
                </a:solidFill>
              </a:defRPr>
            </a:lvl8pPr>
            <a:lvl9pPr marL="2681817" indent="0">
              <a:buNone/>
              <a:defRPr sz="102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4360" y="1173480"/>
            <a:ext cx="5250180" cy="3319040"/>
          </a:xfrm>
        </p:spPr>
        <p:txBody>
          <a:bodyPr/>
          <a:lstStyle>
            <a:lvl1pPr>
              <a:defRPr sz="2053"/>
            </a:lvl1pPr>
            <a:lvl2pPr>
              <a:defRPr sz="1760"/>
            </a:lvl2pPr>
            <a:lvl3pPr>
              <a:defRPr sz="1467"/>
            </a:lvl3pPr>
            <a:lvl4pPr>
              <a:defRPr sz="1320"/>
            </a:lvl4pPr>
            <a:lvl5pPr>
              <a:defRPr sz="1320"/>
            </a:lvl5pPr>
            <a:lvl6pPr>
              <a:defRPr sz="1320"/>
            </a:lvl6pPr>
            <a:lvl7pPr>
              <a:defRPr sz="1320"/>
            </a:lvl7pPr>
            <a:lvl8pPr>
              <a:defRPr sz="1320"/>
            </a:lvl8pPr>
            <a:lvl9pPr>
              <a:defRPr sz="13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2660" y="1173480"/>
            <a:ext cx="5250180" cy="3319040"/>
          </a:xfrm>
        </p:spPr>
        <p:txBody>
          <a:bodyPr/>
          <a:lstStyle>
            <a:lvl1pPr>
              <a:defRPr sz="2053"/>
            </a:lvl1pPr>
            <a:lvl2pPr>
              <a:defRPr sz="1760"/>
            </a:lvl2pPr>
            <a:lvl3pPr>
              <a:defRPr sz="1467"/>
            </a:lvl3pPr>
            <a:lvl4pPr>
              <a:defRPr sz="1320"/>
            </a:lvl4pPr>
            <a:lvl5pPr>
              <a:defRPr sz="1320"/>
            </a:lvl5pPr>
            <a:lvl6pPr>
              <a:defRPr sz="1320"/>
            </a:lvl6pPr>
            <a:lvl7pPr>
              <a:defRPr sz="1320"/>
            </a:lvl7pPr>
            <a:lvl8pPr>
              <a:defRPr sz="1320"/>
            </a:lvl8pPr>
            <a:lvl9pPr>
              <a:defRPr sz="13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25749"/>
            <a:ext cx="5252244" cy="469159"/>
          </a:xfrm>
        </p:spPr>
        <p:txBody>
          <a:bodyPr anchor="b"/>
          <a:lstStyle>
            <a:lvl1pPr marL="0" indent="0">
              <a:buNone/>
              <a:defRPr sz="1760" b="1"/>
            </a:lvl1pPr>
            <a:lvl2pPr marL="335228" indent="0">
              <a:buNone/>
              <a:defRPr sz="1467" b="1"/>
            </a:lvl2pPr>
            <a:lvl3pPr marL="670454" indent="0">
              <a:buNone/>
              <a:defRPr sz="1320" b="1"/>
            </a:lvl3pPr>
            <a:lvl4pPr marL="1005681" indent="0">
              <a:buNone/>
              <a:defRPr sz="1173" b="1"/>
            </a:lvl4pPr>
            <a:lvl5pPr marL="1340909" indent="0">
              <a:buNone/>
              <a:defRPr sz="1173" b="1"/>
            </a:lvl5pPr>
            <a:lvl6pPr marL="1676136" indent="0">
              <a:buNone/>
              <a:defRPr sz="1173" b="1"/>
            </a:lvl6pPr>
            <a:lvl7pPr marL="2011363" indent="0">
              <a:buNone/>
              <a:defRPr sz="1173" b="1"/>
            </a:lvl7pPr>
            <a:lvl8pPr marL="2346590" indent="0">
              <a:buNone/>
              <a:defRPr sz="1173" b="1"/>
            </a:lvl8pPr>
            <a:lvl9pPr marL="2681817" indent="0">
              <a:buNone/>
              <a:defRPr sz="117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4360" y="1594908"/>
            <a:ext cx="5252244" cy="2897611"/>
          </a:xfrm>
        </p:spPr>
        <p:txBody>
          <a:bodyPr/>
          <a:lstStyle>
            <a:lvl1pPr>
              <a:defRPr sz="1760"/>
            </a:lvl1pPr>
            <a:lvl2pPr>
              <a:defRPr sz="1467"/>
            </a:lvl2pPr>
            <a:lvl3pPr>
              <a:defRPr sz="1320"/>
            </a:lvl3pPr>
            <a:lvl4pPr>
              <a:defRPr sz="1173"/>
            </a:lvl4pPr>
            <a:lvl5pPr>
              <a:defRPr sz="1173"/>
            </a:lvl5pPr>
            <a:lvl6pPr>
              <a:defRPr sz="1173"/>
            </a:lvl6pPr>
            <a:lvl7pPr>
              <a:defRPr sz="1173"/>
            </a:lvl7pPr>
            <a:lvl8pPr>
              <a:defRPr sz="1173"/>
            </a:lvl8pPr>
            <a:lvl9pPr>
              <a:defRPr sz="117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38534" y="1125749"/>
            <a:ext cx="5254308" cy="469159"/>
          </a:xfrm>
        </p:spPr>
        <p:txBody>
          <a:bodyPr anchor="b"/>
          <a:lstStyle>
            <a:lvl1pPr marL="0" indent="0">
              <a:buNone/>
              <a:defRPr sz="1760" b="1"/>
            </a:lvl1pPr>
            <a:lvl2pPr marL="335228" indent="0">
              <a:buNone/>
              <a:defRPr sz="1467" b="1"/>
            </a:lvl2pPr>
            <a:lvl3pPr marL="670454" indent="0">
              <a:buNone/>
              <a:defRPr sz="1320" b="1"/>
            </a:lvl3pPr>
            <a:lvl4pPr marL="1005681" indent="0">
              <a:buNone/>
              <a:defRPr sz="1173" b="1"/>
            </a:lvl4pPr>
            <a:lvl5pPr marL="1340909" indent="0">
              <a:buNone/>
              <a:defRPr sz="1173" b="1"/>
            </a:lvl5pPr>
            <a:lvl6pPr marL="1676136" indent="0">
              <a:buNone/>
              <a:defRPr sz="1173" b="1"/>
            </a:lvl6pPr>
            <a:lvl7pPr marL="2011363" indent="0">
              <a:buNone/>
              <a:defRPr sz="1173" b="1"/>
            </a:lvl7pPr>
            <a:lvl8pPr marL="2346590" indent="0">
              <a:buNone/>
              <a:defRPr sz="1173" b="1"/>
            </a:lvl8pPr>
            <a:lvl9pPr marL="2681817" indent="0">
              <a:buNone/>
              <a:defRPr sz="117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38534" y="1594908"/>
            <a:ext cx="5254308" cy="2897611"/>
          </a:xfrm>
        </p:spPr>
        <p:txBody>
          <a:bodyPr/>
          <a:lstStyle>
            <a:lvl1pPr>
              <a:defRPr sz="1760"/>
            </a:lvl1pPr>
            <a:lvl2pPr>
              <a:defRPr sz="1467"/>
            </a:lvl2pPr>
            <a:lvl3pPr>
              <a:defRPr sz="1320"/>
            </a:lvl3pPr>
            <a:lvl4pPr>
              <a:defRPr sz="1173"/>
            </a:lvl4pPr>
            <a:lvl5pPr>
              <a:defRPr sz="1173"/>
            </a:lvl5pPr>
            <a:lvl6pPr>
              <a:defRPr sz="1173"/>
            </a:lvl6pPr>
            <a:lvl7pPr>
              <a:defRPr sz="1173"/>
            </a:lvl7pPr>
            <a:lvl8pPr>
              <a:defRPr sz="1173"/>
            </a:lvl8pPr>
            <a:lvl9pPr>
              <a:defRPr sz="117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3" y="200237"/>
            <a:ext cx="3910807" cy="852170"/>
          </a:xfrm>
        </p:spPr>
        <p:txBody>
          <a:bodyPr anchor="b"/>
          <a:lstStyle>
            <a:lvl1pPr algn="l">
              <a:defRPr sz="14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7565" y="200239"/>
            <a:ext cx="6645275" cy="4292283"/>
          </a:xfrm>
        </p:spPr>
        <p:txBody>
          <a:bodyPr/>
          <a:lstStyle>
            <a:lvl1pPr>
              <a:defRPr sz="2347"/>
            </a:lvl1pPr>
            <a:lvl2pPr>
              <a:defRPr sz="2053"/>
            </a:lvl2pPr>
            <a:lvl3pPr>
              <a:defRPr sz="1760"/>
            </a:lvl3pPr>
            <a:lvl4pPr>
              <a:defRPr sz="1467"/>
            </a:lvl4pPr>
            <a:lvl5pPr>
              <a:defRPr sz="1467"/>
            </a:lvl5pPr>
            <a:lvl6pPr>
              <a:defRPr sz="1467"/>
            </a:lvl6pPr>
            <a:lvl7pPr>
              <a:defRPr sz="1467"/>
            </a:lvl7pPr>
            <a:lvl8pPr>
              <a:defRPr sz="1467"/>
            </a:lvl8pPr>
            <a:lvl9pPr>
              <a:defRPr sz="14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3" y="1052409"/>
            <a:ext cx="3910807" cy="3440113"/>
          </a:xfrm>
        </p:spPr>
        <p:txBody>
          <a:bodyPr/>
          <a:lstStyle>
            <a:lvl1pPr marL="0" indent="0">
              <a:buNone/>
              <a:defRPr sz="1027"/>
            </a:lvl1pPr>
            <a:lvl2pPr marL="335228" indent="0">
              <a:buNone/>
              <a:defRPr sz="880"/>
            </a:lvl2pPr>
            <a:lvl3pPr marL="670454" indent="0">
              <a:buNone/>
              <a:defRPr sz="733"/>
            </a:lvl3pPr>
            <a:lvl4pPr marL="1005681" indent="0">
              <a:buNone/>
              <a:defRPr sz="660"/>
            </a:lvl4pPr>
            <a:lvl5pPr marL="1340909" indent="0">
              <a:buNone/>
              <a:defRPr sz="660"/>
            </a:lvl5pPr>
            <a:lvl6pPr marL="1676136" indent="0">
              <a:buNone/>
              <a:defRPr sz="660"/>
            </a:lvl6pPr>
            <a:lvl7pPr marL="2011363" indent="0">
              <a:buNone/>
              <a:defRPr sz="660"/>
            </a:lvl7pPr>
            <a:lvl8pPr marL="2346590" indent="0">
              <a:buNone/>
              <a:defRPr sz="660"/>
            </a:lvl8pPr>
            <a:lvl9pPr marL="2681817" indent="0">
              <a:buNone/>
              <a:defRPr sz="6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29974" y="3520440"/>
            <a:ext cx="7132320" cy="415608"/>
          </a:xfrm>
        </p:spPr>
        <p:txBody>
          <a:bodyPr anchor="b"/>
          <a:lstStyle>
            <a:lvl1pPr algn="l">
              <a:defRPr sz="14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29974" y="449368"/>
            <a:ext cx="7132320" cy="3017520"/>
          </a:xfrm>
        </p:spPr>
        <p:txBody>
          <a:bodyPr/>
          <a:lstStyle>
            <a:lvl1pPr marL="0" indent="0">
              <a:buNone/>
              <a:defRPr sz="2347"/>
            </a:lvl1pPr>
            <a:lvl2pPr marL="335228" indent="0">
              <a:buNone/>
              <a:defRPr sz="2053"/>
            </a:lvl2pPr>
            <a:lvl3pPr marL="670454" indent="0">
              <a:buNone/>
              <a:defRPr sz="1760"/>
            </a:lvl3pPr>
            <a:lvl4pPr marL="1005681" indent="0">
              <a:buNone/>
              <a:defRPr sz="1467"/>
            </a:lvl4pPr>
            <a:lvl5pPr marL="1340909" indent="0">
              <a:buNone/>
              <a:defRPr sz="1467"/>
            </a:lvl5pPr>
            <a:lvl6pPr marL="1676136" indent="0">
              <a:buNone/>
              <a:defRPr sz="1467"/>
            </a:lvl6pPr>
            <a:lvl7pPr marL="2011363" indent="0">
              <a:buNone/>
              <a:defRPr sz="1467"/>
            </a:lvl7pPr>
            <a:lvl8pPr marL="2346590" indent="0">
              <a:buNone/>
              <a:defRPr sz="1467"/>
            </a:lvl8pPr>
            <a:lvl9pPr marL="2681817" indent="0">
              <a:buNone/>
              <a:defRPr sz="1467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29974" y="3936048"/>
            <a:ext cx="7132320" cy="590232"/>
          </a:xfrm>
        </p:spPr>
        <p:txBody>
          <a:bodyPr/>
          <a:lstStyle>
            <a:lvl1pPr marL="0" indent="0">
              <a:buNone/>
              <a:defRPr sz="1027"/>
            </a:lvl1pPr>
            <a:lvl2pPr marL="335228" indent="0">
              <a:buNone/>
              <a:defRPr sz="880"/>
            </a:lvl2pPr>
            <a:lvl3pPr marL="670454" indent="0">
              <a:buNone/>
              <a:defRPr sz="733"/>
            </a:lvl3pPr>
            <a:lvl4pPr marL="1005681" indent="0">
              <a:buNone/>
              <a:defRPr sz="660"/>
            </a:lvl4pPr>
            <a:lvl5pPr marL="1340909" indent="0">
              <a:buNone/>
              <a:defRPr sz="660"/>
            </a:lvl5pPr>
            <a:lvl6pPr marL="1676136" indent="0">
              <a:buNone/>
              <a:defRPr sz="660"/>
            </a:lvl6pPr>
            <a:lvl7pPr marL="2011363" indent="0">
              <a:buNone/>
              <a:defRPr sz="660"/>
            </a:lvl7pPr>
            <a:lvl8pPr marL="2346590" indent="0">
              <a:buNone/>
              <a:defRPr sz="660"/>
            </a:lvl8pPr>
            <a:lvl9pPr marL="2681817" indent="0">
              <a:buNone/>
              <a:defRPr sz="6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18220" y="201402"/>
            <a:ext cx="2674620" cy="429111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201402"/>
            <a:ext cx="7825740" cy="429111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94360" y="201401"/>
            <a:ext cx="10698480" cy="838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73480"/>
            <a:ext cx="10698480" cy="3319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4360" y="4661325"/>
            <a:ext cx="277368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61460" y="4661325"/>
            <a:ext cx="376428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19160" y="4661325"/>
            <a:ext cx="277368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35228" rtl="0" eaLnBrk="1" latinLnBrk="0" hangingPunct="1">
        <a:spcBef>
          <a:spcPct val="0"/>
        </a:spcBef>
        <a:buNone/>
        <a:defRPr sz="322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20" indent="-251420" algn="l" defTabSz="335228" rtl="0" eaLnBrk="1" latinLnBrk="0" hangingPunct="1">
        <a:spcBef>
          <a:spcPct val="20000"/>
        </a:spcBef>
        <a:buFont typeface="Arial"/>
        <a:buChar char="•"/>
        <a:defRPr sz="2347" kern="1200">
          <a:solidFill>
            <a:schemeClr val="tx1"/>
          </a:solidFill>
          <a:latin typeface="+mn-lt"/>
          <a:ea typeface="+mn-ea"/>
          <a:cs typeface="+mn-cs"/>
        </a:defRPr>
      </a:lvl1pPr>
      <a:lvl2pPr marL="544744" indent="-209517" algn="l" defTabSz="335228" rtl="0" eaLnBrk="1" latinLnBrk="0" hangingPunct="1">
        <a:spcBef>
          <a:spcPct val="20000"/>
        </a:spcBef>
        <a:buFont typeface="Arial"/>
        <a:buChar char="–"/>
        <a:defRPr sz="2053" kern="1200">
          <a:solidFill>
            <a:schemeClr val="tx1"/>
          </a:solidFill>
          <a:latin typeface="+mn-lt"/>
          <a:ea typeface="+mn-ea"/>
          <a:cs typeface="+mn-cs"/>
        </a:defRPr>
      </a:lvl2pPr>
      <a:lvl3pPr marL="838067" indent="-167614" algn="l" defTabSz="335228" rtl="0" eaLnBrk="1" latinLnBrk="0" hangingPunct="1">
        <a:spcBef>
          <a:spcPct val="20000"/>
        </a:spcBef>
        <a:buFont typeface="Arial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3pPr>
      <a:lvl4pPr marL="1173295" indent="-167614" algn="l" defTabSz="335228" rtl="0" eaLnBrk="1" latinLnBrk="0" hangingPunct="1">
        <a:spcBef>
          <a:spcPct val="20000"/>
        </a:spcBef>
        <a:buFont typeface="Arial"/>
        <a:buChar char="–"/>
        <a:defRPr sz="1467" kern="1200">
          <a:solidFill>
            <a:schemeClr val="tx1"/>
          </a:solidFill>
          <a:latin typeface="+mn-lt"/>
          <a:ea typeface="+mn-ea"/>
          <a:cs typeface="+mn-cs"/>
        </a:defRPr>
      </a:lvl4pPr>
      <a:lvl5pPr marL="1508522" indent="-167614" algn="l" defTabSz="335228" rtl="0" eaLnBrk="1" latinLnBrk="0" hangingPunct="1">
        <a:spcBef>
          <a:spcPct val="20000"/>
        </a:spcBef>
        <a:buFont typeface="Arial"/>
        <a:buChar char="»"/>
        <a:defRPr sz="1467" kern="1200">
          <a:solidFill>
            <a:schemeClr val="tx1"/>
          </a:solidFill>
          <a:latin typeface="+mn-lt"/>
          <a:ea typeface="+mn-ea"/>
          <a:cs typeface="+mn-cs"/>
        </a:defRPr>
      </a:lvl5pPr>
      <a:lvl6pPr marL="1843749" indent="-167614" algn="l" defTabSz="335228" rtl="0" eaLnBrk="1" latinLnBrk="0" hangingPunct="1">
        <a:spcBef>
          <a:spcPct val="20000"/>
        </a:spcBef>
        <a:buFont typeface="Arial"/>
        <a:buChar char="•"/>
        <a:defRPr sz="1467" kern="1200">
          <a:solidFill>
            <a:schemeClr val="tx1"/>
          </a:solidFill>
          <a:latin typeface="+mn-lt"/>
          <a:ea typeface="+mn-ea"/>
          <a:cs typeface="+mn-cs"/>
        </a:defRPr>
      </a:lvl6pPr>
      <a:lvl7pPr marL="2178977" indent="-167614" algn="l" defTabSz="335228" rtl="0" eaLnBrk="1" latinLnBrk="0" hangingPunct="1">
        <a:spcBef>
          <a:spcPct val="20000"/>
        </a:spcBef>
        <a:buFont typeface="Arial"/>
        <a:buChar char="•"/>
        <a:defRPr sz="1467" kern="1200">
          <a:solidFill>
            <a:schemeClr val="tx1"/>
          </a:solidFill>
          <a:latin typeface="+mn-lt"/>
          <a:ea typeface="+mn-ea"/>
          <a:cs typeface="+mn-cs"/>
        </a:defRPr>
      </a:lvl7pPr>
      <a:lvl8pPr marL="2514203" indent="-167614" algn="l" defTabSz="335228" rtl="0" eaLnBrk="1" latinLnBrk="0" hangingPunct="1">
        <a:spcBef>
          <a:spcPct val="20000"/>
        </a:spcBef>
        <a:buFont typeface="Arial"/>
        <a:buChar char="•"/>
        <a:defRPr sz="1467" kern="1200">
          <a:solidFill>
            <a:schemeClr val="tx1"/>
          </a:solidFill>
          <a:latin typeface="+mn-lt"/>
          <a:ea typeface="+mn-ea"/>
          <a:cs typeface="+mn-cs"/>
        </a:defRPr>
      </a:lvl8pPr>
      <a:lvl9pPr marL="2849431" indent="-167614" algn="l" defTabSz="335228" rtl="0" eaLnBrk="1" latinLnBrk="0" hangingPunct="1">
        <a:spcBef>
          <a:spcPct val="20000"/>
        </a:spcBef>
        <a:buFont typeface="Arial"/>
        <a:buChar char="•"/>
        <a:defRPr sz="14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35228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1pPr>
      <a:lvl2pPr marL="335228" algn="l" defTabSz="335228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2pPr>
      <a:lvl3pPr marL="670454" algn="l" defTabSz="335228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3pPr>
      <a:lvl4pPr marL="1005681" algn="l" defTabSz="335228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4pPr>
      <a:lvl5pPr marL="1340909" algn="l" defTabSz="335228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5pPr>
      <a:lvl6pPr marL="1676136" algn="l" defTabSz="335228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6pPr>
      <a:lvl7pPr marL="2011363" algn="l" defTabSz="335228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7pPr>
      <a:lvl8pPr marL="2346590" algn="l" defTabSz="335228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8pPr>
      <a:lvl9pPr marL="2681817" algn="l" defTabSz="335228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Rounded Rectangle 1">
            <a:extLst>
              <a:ext uri="{FF2B5EF4-FFF2-40B4-BE49-F238E27FC236}">
                <a16:creationId xmlns:a16="http://schemas.microsoft.com/office/drawing/2014/main" id="{00CB0606-CB25-9820-417C-2296C47E5578}"/>
              </a:ext>
            </a:extLst>
          </p:cNvPr>
          <p:cNvSpPr/>
          <p:nvPr/>
        </p:nvSpPr>
        <p:spPr>
          <a:xfrm>
            <a:off x="-8960" y="347894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1F3864"/>
                </a:solidFill>
                <a:latin typeface="Calibri"/>
              </a:rPr>
              <a:t>Measured </a:t>
            </a:r>
            <a:r>
              <a:rPr lang="en-US" sz="1200" b="1" dirty="0">
                <a:solidFill>
                  <a:srgbClr val="1F3864"/>
                </a:solidFill>
                <a:latin typeface="Calibri"/>
              </a:rPr>
              <a:t>data</a:t>
            </a:r>
            <a:r>
              <a:rPr sz="1200" b="1" dirty="0">
                <a:solidFill>
                  <a:srgbClr val="1F3864"/>
                </a:solidFill>
                <a:latin typeface="Calibri"/>
              </a:rPr>
              <a:t> Y</a:t>
            </a:r>
          </a:p>
        </p:txBody>
      </p:sp>
      <p:sp>
        <p:nvSpPr>
          <p:cNvPr id="182" name="Rounded Rectangle 2">
            <a:extLst>
              <a:ext uri="{FF2B5EF4-FFF2-40B4-BE49-F238E27FC236}">
                <a16:creationId xmlns:a16="http://schemas.microsoft.com/office/drawing/2014/main" id="{E8F3EBA8-0DE3-6182-FD1E-F40F0F262D61}"/>
              </a:ext>
            </a:extLst>
          </p:cNvPr>
          <p:cNvSpPr/>
          <p:nvPr/>
        </p:nvSpPr>
        <p:spPr>
          <a:xfrm>
            <a:off x="2187255" y="350391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1F3864"/>
                </a:solidFill>
                <a:latin typeface="Calibri"/>
              </a:rPr>
              <a:t>Initial reconstruction X₀</a:t>
            </a:r>
          </a:p>
          <a:p>
            <a:pPr algn="ctr"/>
            <a:r>
              <a:rPr sz="1100" dirty="0">
                <a:solidFill>
                  <a:srgbClr val="1F3864"/>
                </a:solidFill>
                <a:latin typeface="Calibri"/>
              </a:rPr>
              <a:t>FDK</a:t>
            </a:r>
          </a:p>
        </p:txBody>
      </p:sp>
      <p:cxnSp>
        <p:nvCxnSpPr>
          <p:cNvPr id="183" name="Connector 3">
            <a:extLst>
              <a:ext uri="{FF2B5EF4-FFF2-40B4-BE49-F238E27FC236}">
                <a16:creationId xmlns:a16="http://schemas.microsoft.com/office/drawing/2014/main" id="{018F8213-E94E-0E31-54C1-CAE9C314B719}"/>
              </a:ext>
            </a:extLst>
          </p:cNvPr>
          <p:cNvCxnSpPr>
            <a:cxnSpLocks/>
            <a:stCxn id="181" idx="3"/>
            <a:endCxn id="182" idx="1"/>
          </p:cNvCxnSpPr>
          <p:nvPr/>
        </p:nvCxnSpPr>
        <p:spPr>
          <a:xfrm>
            <a:off x="1819840" y="805095"/>
            <a:ext cx="367415" cy="2497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4">
            <a:extLst>
              <a:ext uri="{FF2B5EF4-FFF2-40B4-BE49-F238E27FC236}">
                <a16:creationId xmlns:a16="http://schemas.microsoft.com/office/drawing/2014/main" id="{8C705704-A0AC-DD60-E07D-F379A2BAD4B6}"/>
              </a:ext>
            </a:extLst>
          </p:cNvPr>
          <p:cNvSpPr/>
          <p:nvPr/>
        </p:nvSpPr>
        <p:spPr>
          <a:xfrm>
            <a:off x="4581296" y="34283"/>
            <a:ext cx="9156421" cy="495796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endParaRPr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57458EDD-3903-675B-FA2C-0661ACA86968}"/>
              </a:ext>
            </a:extLst>
          </p:cNvPr>
          <p:cNvSpPr txBox="1"/>
          <p:nvPr/>
        </p:nvSpPr>
        <p:spPr>
          <a:xfrm>
            <a:off x="5044706" y="68153"/>
            <a:ext cx="8229600" cy="21544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/>
            <a:r>
              <a:rPr lang="en-US" sz="1400" b="1" dirty="0">
                <a:solidFill>
                  <a:srgbClr val="404040"/>
                </a:solidFill>
                <a:latin typeface="Calibri"/>
              </a:rPr>
              <a:t>CITRUS</a:t>
            </a:r>
            <a:r>
              <a:rPr sz="1400" b="1" dirty="0">
                <a:solidFill>
                  <a:srgbClr val="404040"/>
                </a:solidFill>
                <a:latin typeface="Calibri"/>
              </a:rPr>
              <a:t> iteration k</a:t>
            </a:r>
          </a:p>
        </p:txBody>
      </p:sp>
      <p:sp>
        <p:nvSpPr>
          <p:cNvPr id="186" name="Rounded Rectangle 6">
            <a:extLst>
              <a:ext uri="{FF2B5EF4-FFF2-40B4-BE49-F238E27FC236}">
                <a16:creationId xmlns:a16="http://schemas.microsoft.com/office/drawing/2014/main" id="{92D72720-168C-8B3D-27DF-E89861548A38}"/>
              </a:ext>
            </a:extLst>
          </p:cNvPr>
          <p:cNvSpPr/>
          <p:nvPr/>
        </p:nvSpPr>
        <p:spPr>
          <a:xfrm>
            <a:off x="4981346" y="350392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385723"/>
                </a:solidFill>
                <a:latin typeface="Calibri"/>
              </a:rPr>
              <a:t>Material densities ρ(X</a:t>
            </a:r>
            <a:r>
              <a:rPr lang="en-US" sz="1200" b="1" baseline="-25000" dirty="0">
                <a:solidFill>
                  <a:srgbClr val="385723"/>
                </a:solidFill>
                <a:latin typeface="Calibri"/>
              </a:rPr>
              <a:t>k</a:t>
            </a:r>
            <a:r>
              <a:rPr sz="1200" b="1" dirty="0">
                <a:solidFill>
                  <a:srgbClr val="385723"/>
                </a:solidFill>
                <a:latin typeface="Calibri"/>
              </a:rPr>
              <a:t>)</a:t>
            </a:r>
          </a:p>
          <a:p>
            <a:pPr algn="ctr"/>
            <a:r>
              <a:rPr sz="1100" dirty="0">
                <a:solidFill>
                  <a:srgbClr val="385723"/>
                </a:solidFill>
                <a:latin typeface="Calibri"/>
              </a:rPr>
              <a:t>each voxel a mixture of the two </a:t>
            </a:r>
            <a:r>
              <a:rPr lang="en-US" sz="1100" dirty="0">
                <a:solidFill>
                  <a:srgbClr val="385723"/>
                </a:solidFill>
                <a:latin typeface="Calibri"/>
              </a:rPr>
              <a:t>reference</a:t>
            </a:r>
            <a:r>
              <a:rPr sz="1100" dirty="0">
                <a:solidFill>
                  <a:srgbClr val="385723"/>
                </a:solidFill>
                <a:latin typeface="Calibri"/>
              </a:rPr>
              <a:t> materials</a:t>
            </a:r>
            <a:r>
              <a:rPr lang="en-US" sz="1100" dirty="0">
                <a:solidFill>
                  <a:srgbClr val="385723"/>
                </a:solidFill>
                <a:latin typeface="Calibri"/>
              </a:rPr>
              <a:t> </a:t>
            </a:r>
            <a:r>
              <a:rPr sz="1100" dirty="0">
                <a:solidFill>
                  <a:srgbClr val="385723"/>
                </a:solidFill>
                <a:latin typeface="Calibri"/>
              </a:rPr>
              <a:t>whose attenuations bracket its value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85FACF2A-BD9B-7ACD-1510-CB5D5DE9BE23}"/>
              </a:ext>
            </a:extLst>
          </p:cNvPr>
          <p:cNvSpPr/>
          <p:nvPr/>
        </p:nvSpPr>
        <p:spPr>
          <a:xfrm>
            <a:off x="5484267" y="1584835"/>
            <a:ext cx="7863839" cy="1735328"/>
          </a:xfrm>
          <a:prstGeom prst="rect">
            <a:avLst/>
          </a:prstGeom>
          <a:solidFill>
            <a:srgbClr val="FDF3EC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endParaRPr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FC14AA77-A85D-0A93-9AEF-E428C79B02E0}"/>
              </a:ext>
            </a:extLst>
          </p:cNvPr>
          <p:cNvSpPr txBox="1"/>
          <p:nvPr/>
        </p:nvSpPr>
        <p:spPr>
          <a:xfrm>
            <a:off x="5483788" y="1612268"/>
            <a:ext cx="7864319" cy="21544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ctr"/>
            <a:r>
              <a:rPr sz="1400" b="1" dirty="0">
                <a:solidFill>
                  <a:srgbClr val="843C0C"/>
                </a:solidFill>
                <a:latin typeface="Calibri"/>
              </a:rPr>
              <a:t>LBTE scatter solve</a:t>
            </a:r>
            <a:r>
              <a:rPr lang="en-US" sz="1400" b="1" dirty="0">
                <a:solidFill>
                  <a:srgbClr val="843C0C"/>
                </a:solidFill>
                <a:latin typeface="Calibri"/>
              </a:rPr>
              <a:t>r</a:t>
            </a:r>
            <a:endParaRPr sz="1400" b="1" dirty="0">
              <a:solidFill>
                <a:srgbClr val="843C0C"/>
              </a:solidFill>
              <a:latin typeface="Calibri"/>
            </a:endParaRPr>
          </a:p>
        </p:txBody>
      </p:sp>
      <p:sp>
        <p:nvSpPr>
          <p:cNvPr id="189" name="Rounded Rectangle 10">
            <a:extLst>
              <a:ext uri="{FF2B5EF4-FFF2-40B4-BE49-F238E27FC236}">
                <a16:creationId xmlns:a16="http://schemas.microsoft.com/office/drawing/2014/main" id="{BD6A9EC6-68A6-0B1C-3674-E1362F97DE7A}"/>
              </a:ext>
            </a:extLst>
          </p:cNvPr>
          <p:cNvSpPr/>
          <p:nvPr/>
        </p:nvSpPr>
        <p:spPr>
          <a:xfrm>
            <a:off x="5621424" y="1923163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lang="en-US" sz="1200" b="1" dirty="0">
                <a:solidFill>
                  <a:srgbClr val="843C0C"/>
                </a:solidFill>
                <a:latin typeface="Calibri"/>
              </a:rPr>
              <a:t>First-order scatter source </a:t>
            </a:r>
            <a:r>
              <a:rPr lang="el-GR" sz="1200" b="1" dirty="0">
                <a:solidFill>
                  <a:srgbClr val="843C0C"/>
                </a:solidFill>
              </a:rPr>
              <a:t>φ</a:t>
            </a:r>
            <a:r>
              <a:rPr lang="en-US" sz="1200" b="1" baseline="-25000" dirty="0">
                <a:solidFill>
                  <a:srgbClr val="843C0C"/>
                </a:solidFill>
              </a:rPr>
              <a:t>1</a:t>
            </a:r>
            <a:r>
              <a:rPr lang="en-US" sz="1200" b="1" baseline="30000" dirty="0">
                <a:solidFill>
                  <a:srgbClr val="843C0C"/>
                </a:solidFill>
              </a:rPr>
              <a:t>(k)</a:t>
            </a:r>
            <a:r>
              <a:rPr lang="en-US" sz="1200" b="1" dirty="0">
                <a:solidFill>
                  <a:srgbClr val="843C0C"/>
                </a:solidFill>
                <a:latin typeface="Calibri"/>
              </a:rPr>
              <a:t> </a:t>
            </a:r>
            <a:endParaRPr sz="1200" b="1" dirty="0">
              <a:solidFill>
                <a:srgbClr val="843C0C"/>
              </a:solidFill>
              <a:latin typeface="Calibri"/>
            </a:endParaRPr>
          </a:p>
          <a:p>
            <a:pPr algn="ctr"/>
            <a:r>
              <a:rPr lang="en-US" sz="1100" dirty="0">
                <a:solidFill>
                  <a:srgbClr val="843C0C"/>
                </a:solidFill>
                <a:latin typeface="Calibri"/>
              </a:rPr>
              <a:t>Computed from </a:t>
            </a:r>
            <a:r>
              <a:rPr sz="1100" dirty="0">
                <a:solidFill>
                  <a:srgbClr val="843C0C"/>
                </a:solidFill>
                <a:latin typeface="Calibri"/>
              </a:rPr>
              <a:t>the </a:t>
            </a:r>
            <a:r>
              <a:rPr lang="en-US" sz="1100" dirty="0">
                <a:solidFill>
                  <a:srgbClr val="843C0C"/>
                </a:solidFill>
                <a:latin typeface="Calibri"/>
              </a:rPr>
              <a:t>current iteration’s </a:t>
            </a:r>
            <a:r>
              <a:rPr sz="1100" dirty="0">
                <a:solidFill>
                  <a:srgbClr val="843C0C"/>
                </a:solidFill>
                <a:latin typeface="Calibri"/>
              </a:rPr>
              <a:t>densities ρ(X</a:t>
            </a:r>
            <a:r>
              <a:rPr lang="en-US" sz="1100" baseline="-25000" dirty="0">
                <a:solidFill>
                  <a:srgbClr val="843C0C"/>
                </a:solidFill>
                <a:latin typeface="Calibri"/>
              </a:rPr>
              <a:t>k</a:t>
            </a:r>
            <a:r>
              <a:rPr sz="1100" dirty="0">
                <a:solidFill>
                  <a:srgbClr val="843C0C"/>
                </a:solidFill>
                <a:latin typeface="Calibri"/>
              </a:rPr>
              <a:t>)</a:t>
            </a:r>
          </a:p>
        </p:txBody>
      </p:sp>
      <p:sp>
        <p:nvSpPr>
          <p:cNvPr id="190" name="Rounded Rectangle 12">
            <a:extLst>
              <a:ext uri="{FF2B5EF4-FFF2-40B4-BE49-F238E27FC236}">
                <a16:creationId xmlns:a16="http://schemas.microsoft.com/office/drawing/2014/main" id="{82ECFF69-E2FC-9ED2-B01C-A4A8981ACE64}"/>
              </a:ext>
            </a:extLst>
          </p:cNvPr>
          <p:cNvSpPr/>
          <p:nvPr/>
        </p:nvSpPr>
        <p:spPr>
          <a:xfrm>
            <a:off x="11154630" y="1920892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100" b="1" dirty="0">
                <a:solidFill>
                  <a:srgbClr val="843C0C"/>
                </a:solidFill>
                <a:latin typeface="Calibri"/>
              </a:rPr>
              <a:t>Collapsed-cone projection</a:t>
            </a:r>
          </a:p>
          <a:p>
            <a:pPr algn="ctr"/>
            <a:r>
              <a:rPr sz="1100" dirty="0">
                <a:solidFill>
                  <a:srgbClr val="843C0C"/>
                </a:solidFill>
                <a:latin typeface="Calibri"/>
              </a:rPr>
              <a:t>of the scatter emission</a:t>
            </a:r>
          </a:p>
          <a:p>
            <a:pPr algn="ctr"/>
            <a:r>
              <a:rPr sz="1100" dirty="0">
                <a:solidFill>
                  <a:srgbClr val="843C0C"/>
                </a:solidFill>
                <a:latin typeface="Calibri"/>
              </a:rPr>
              <a:t>to the panel → sᵥ</a:t>
            </a:r>
          </a:p>
        </p:txBody>
      </p:sp>
      <p:cxnSp>
        <p:nvCxnSpPr>
          <p:cNvPr id="191" name="Connector 13">
            <a:extLst>
              <a:ext uri="{FF2B5EF4-FFF2-40B4-BE49-F238E27FC236}">
                <a16:creationId xmlns:a16="http://schemas.microsoft.com/office/drawing/2014/main" id="{7EF8C806-5757-E7FD-9734-0A7442066896}"/>
              </a:ext>
            </a:extLst>
          </p:cNvPr>
          <p:cNvCxnSpPr>
            <a:cxnSpLocks/>
          </p:cNvCxnSpPr>
          <p:nvPr/>
        </p:nvCxnSpPr>
        <p:spPr>
          <a:xfrm flipV="1">
            <a:off x="7907425" y="2283443"/>
            <a:ext cx="365853" cy="3160"/>
          </a:xfrm>
          <a:prstGeom prst="line">
            <a:avLst/>
          </a:prstGeom>
          <a:ln w="19050">
            <a:solidFill>
              <a:srgbClr val="C55A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4">
            <a:extLst>
              <a:ext uri="{FF2B5EF4-FFF2-40B4-BE49-F238E27FC236}">
                <a16:creationId xmlns:a16="http://schemas.microsoft.com/office/drawing/2014/main" id="{EF004CC8-528B-0A8B-6FA0-8F2028A31DE5}"/>
              </a:ext>
            </a:extLst>
          </p:cNvPr>
          <p:cNvCxnSpPr>
            <a:cxnSpLocks/>
            <a:stCxn id="193" idx="3"/>
            <a:endCxn id="190" idx="1"/>
          </p:cNvCxnSpPr>
          <p:nvPr/>
        </p:nvCxnSpPr>
        <p:spPr>
          <a:xfrm>
            <a:off x="10787877" y="2377205"/>
            <a:ext cx="366754" cy="889"/>
          </a:xfrm>
          <a:prstGeom prst="line">
            <a:avLst/>
          </a:prstGeom>
          <a:ln w="19050">
            <a:solidFill>
              <a:srgbClr val="C55A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Rounded Rectangle 11">
            <a:extLst>
              <a:ext uri="{FF2B5EF4-FFF2-40B4-BE49-F238E27FC236}">
                <a16:creationId xmlns:a16="http://schemas.microsoft.com/office/drawing/2014/main" id="{C4A7FC6F-EAE7-A217-3A8F-230A40748967}"/>
              </a:ext>
            </a:extLst>
          </p:cNvPr>
          <p:cNvSpPr/>
          <p:nvPr/>
        </p:nvSpPr>
        <p:spPr>
          <a:xfrm>
            <a:off x="8273276" y="1920003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843C0C"/>
                </a:solidFill>
                <a:latin typeface="Calibri"/>
              </a:rPr>
              <a:t>One </a:t>
            </a:r>
            <a:r>
              <a:rPr lang="en-US" sz="1200" b="1" dirty="0">
                <a:solidFill>
                  <a:srgbClr val="843C0C"/>
                </a:solidFill>
                <a:latin typeface="Calibri"/>
              </a:rPr>
              <a:t>scatter source iteration</a:t>
            </a:r>
            <a:endParaRPr sz="1200" b="1" dirty="0">
              <a:solidFill>
                <a:srgbClr val="843C0C"/>
              </a:solidFill>
              <a:latin typeface="Calibri"/>
            </a:endParaRPr>
          </a:p>
          <a:p>
            <a:pPr algn="ctr"/>
            <a:r>
              <a:rPr sz="1100" dirty="0">
                <a:solidFill>
                  <a:srgbClr val="843C0C"/>
                </a:solidFill>
                <a:latin typeface="Calibri"/>
              </a:rPr>
              <a:t>over φ</a:t>
            </a:r>
            <a:r>
              <a:rPr lang="en-US" sz="1100" baseline="-25000" dirty="0">
                <a:solidFill>
                  <a:srgbClr val="843C0C"/>
                </a:solidFill>
                <a:latin typeface="Calibri"/>
              </a:rPr>
              <a:t>1</a:t>
            </a:r>
            <a:r>
              <a:rPr lang="en-US" sz="1100" baseline="30000" dirty="0">
                <a:solidFill>
                  <a:srgbClr val="843C0C"/>
                </a:solidFill>
                <a:latin typeface="Calibri"/>
              </a:rPr>
              <a:t>(k)</a:t>
            </a:r>
            <a:r>
              <a:rPr sz="1100" dirty="0">
                <a:solidFill>
                  <a:srgbClr val="843C0C"/>
                </a:solidFill>
                <a:latin typeface="Calibri"/>
              </a:rPr>
              <a:t> + the </a:t>
            </a:r>
            <a:r>
              <a:rPr lang="en-US" sz="1100" dirty="0">
                <a:solidFill>
                  <a:srgbClr val="843C0C"/>
                </a:solidFill>
                <a:latin typeface="Calibri"/>
              </a:rPr>
              <a:t>prior iteration’s higher-order scatter</a:t>
            </a:r>
            <a:endParaRPr sz="1100" dirty="0">
              <a:solidFill>
                <a:srgbClr val="843C0C"/>
              </a:solidFill>
              <a:latin typeface="Calibri"/>
            </a:endParaRPr>
          </a:p>
          <a:p>
            <a:pPr algn="ctr"/>
            <a:r>
              <a:rPr lang="en-US" sz="1100" dirty="0">
                <a:solidFill>
                  <a:srgbClr val="843C0C"/>
                </a:solidFill>
              </a:rPr>
              <a:t>G</a:t>
            </a:r>
            <a:r>
              <a:rPr lang="en-US" sz="1100" baseline="-25000" dirty="0">
                <a:solidFill>
                  <a:srgbClr val="843C0C"/>
                </a:solidFill>
              </a:rPr>
              <a:t>k</a:t>
            </a:r>
            <a:r>
              <a:rPr lang="en-US" sz="1100" dirty="0">
                <a:solidFill>
                  <a:srgbClr val="843C0C"/>
                </a:solidFill>
              </a:rPr>
              <a:t>(</a:t>
            </a:r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n-US" sz="1100" baseline="-25000" dirty="0">
                <a:solidFill>
                  <a:srgbClr val="843C0C"/>
                </a:solidFill>
              </a:rPr>
              <a:t>1</a:t>
            </a:r>
            <a:r>
              <a:rPr lang="en-US" sz="1100" baseline="30000" dirty="0">
                <a:solidFill>
                  <a:srgbClr val="843C0C"/>
                </a:solidFill>
              </a:rPr>
              <a:t>(k)</a:t>
            </a:r>
            <a:r>
              <a:rPr lang="en-US" sz="1100" dirty="0">
                <a:solidFill>
                  <a:srgbClr val="843C0C"/>
                </a:solidFill>
              </a:rPr>
              <a:t> + </a:t>
            </a:r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n-US" sz="1100" baseline="-25000" dirty="0">
                <a:solidFill>
                  <a:srgbClr val="843C0C"/>
                </a:solidFill>
              </a:rPr>
              <a:t>&gt;1</a:t>
            </a:r>
            <a:r>
              <a:rPr lang="en-US" sz="1100" baseline="30000" dirty="0">
                <a:solidFill>
                  <a:srgbClr val="843C0C"/>
                </a:solidFill>
              </a:rPr>
              <a:t>(k-1)</a:t>
            </a:r>
            <a:r>
              <a:rPr lang="en-US" sz="1100" dirty="0">
                <a:solidFill>
                  <a:srgbClr val="843C0C"/>
                </a:solidFill>
                <a:latin typeface="Calibri"/>
              </a:rPr>
              <a:t>)</a:t>
            </a:r>
            <a:r>
              <a:rPr sz="1100" dirty="0">
                <a:solidFill>
                  <a:srgbClr val="843C0C"/>
                </a:solidFill>
                <a:latin typeface="Calibri"/>
              </a:rPr>
              <a:t> → </a:t>
            </a:r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n-US" sz="1100" baseline="-25000" dirty="0">
                <a:solidFill>
                  <a:srgbClr val="843C0C"/>
                </a:solidFill>
              </a:rPr>
              <a:t>&gt;1</a:t>
            </a:r>
            <a:r>
              <a:rPr lang="en-US" sz="1100" baseline="30000" dirty="0">
                <a:solidFill>
                  <a:srgbClr val="843C0C"/>
                </a:solidFill>
              </a:rPr>
              <a:t>(k)</a:t>
            </a:r>
            <a:endParaRPr sz="1100" dirty="0">
              <a:solidFill>
                <a:srgbClr val="843C0C"/>
              </a:solidFill>
              <a:latin typeface="Calibri"/>
            </a:endParaRPr>
          </a:p>
        </p:txBody>
      </p:sp>
      <p:cxnSp>
        <p:nvCxnSpPr>
          <p:cNvPr id="194" name="Connector 15">
            <a:extLst>
              <a:ext uri="{FF2B5EF4-FFF2-40B4-BE49-F238E27FC236}">
                <a16:creationId xmlns:a16="http://schemas.microsoft.com/office/drawing/2014/main" id="{0408D842-82CC-805D-832E-C80300C4DE9A}"/>
              </a:ext>
            </a:extLst>
          </p:cNvPr>
          <p:cNvCxnSpPr>
            <a:cxnSpLocks/>
          </p:cNvCxnSpPr>
          <p:nvPr/>
        </p:nvCxnSpPr>
        <p:spPr>
          <a:xfrm>
            <a:off x="10949405" y="2380364"/>
            <a:ext cx="0" cy="73661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6">
            <a:extLst>
              <a:ext uri="{FF2B5EF4-FFF2-40B4-BE49-F238E27FC236}">
                <a16:creationId xmlns:a16="http://schemas.microsoft.com/office/drawing/2014/main" id="{566F58FB-1FB7-F3BE-1021-B92AE2FEDD9D}"/>
              </a:ext>
            </a:extLst>
          </p:cNvPr>
          <p:cNvCxnSpPr>
            <a:cxnSpLocks/>
          </p:cNvCxnSpPr>
          <p:nvPr/>
        </p:nvCxnSpPr>
        <p:spPr>
          <a:xfrm flipH="1">
            <a:off x="8070280" y="3116973"/>
            <a:ext cx="2882204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TextBox 195">
            <a:extLst>
              <a:ext uri="{FF2B5EF4-FFF2-40B4-BE49-F238E27FC236}">
                <a16:creationId xmlns:a16="http://schemas.microsoft.com/office/drawing/2014/main" id="{6D8D6E4C-EC31-34F9-3F92-6523CADE95E3}"/>
              </a:ext>
            </a:extLst>
          </p:cNvPr>
          <p:cNvSpPr txBox="1"/>
          <p:nvPr/>
        </p:nvSpPr>
        <p:spPr>
          <a:xfrm>
            <a:off x="10320580" y="2905213"/>
            <a:ext cx="583105" cy="16927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 algn="r"/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n-US" sz="1100" baseline="-25000" dirty="0">
                <a:solidFill>
                  <a:srgbClr val="843C0C"/>
                </a:solidFill>
              </a:rPr>
              <a:t>&gt;1</a:t>
            </a:r>
            <a:r>
              <a:rPr lang="en-US" sz="1100" baseline="30000" dirty="0">
                <a:solidFill>
                  <a:srgbClr val="843C0C"/>
                </a:solidFill>
              </a:rPr>
              <a:t>(k)</a:t>
            </a:r>
            <a:r>
              <a:rPr sz="1100" dirty="0">
                <a:solidFill>
                  <a:srgbClr val="843C0C"/>
                </a:solidFill>
                <a:latin typeface="Calibri"/>
              </a:rPr>
              <a:t> out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62FCACCD-4CCF-631F-798D-50A56C42147C}"/>
              </a:ext>
            </a:extLst>
          </p:cNvPr>
          <p:cNvSpPr txBox="1"/>
          <p:nvPr/>
        </p:nvSpPr>
        <p:spPr>
          <a:xfrm>
            <a:off x="8112925" y="2905210"/>
            <a:ext cx="583105" cy="16927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r>
              <a:rPr lang="el-GR" sz="1100" dirty="0">
                <a:solidFill>
                  <a:srgbClr val="843C0C"/>
                </a:solidFill>
              </a:rPr>
              <a:t>φ</a:t>
            </a:r>
            <a:r>
              <a:rPr lang="el-GR" sz="1100" baseline="-25000" dirty="0">
                <a:solidFill>
                  <a:srgbClr val="843C0C"/>
                </a:solidFill>
              </a:rPr>
              <a:t>&gt;1</a:t>
            </a:r>
            <a:r>
              <a:rPr lang="el-GR" sz="1100" baseline="30000" dirty="0">
                <a:solidFill>
                  <a:srgbClr val="843C0C"/>
                </a:solidFill>
              </a:rPr>
              <a:t>(</a:t>
            </a:r>
            <a:r>
              <a:rPr lang="en-US" sz="1100" baseline="30000" dirty="0">
                <a:solidFill>
                  <a:srgbClr val="843C0C"/>
                </a:solidFill>
              </a:rPr>
              <a:t>k-1)</a:t>
            </a:r>
            <a:r>
              <a:rPr lang="en-US" sz="1100" dirty="0">
                <a:solidFill>
                  <a:srgbClr val="843C0C"/>
                </a:solidFill>
              </a:rPr>
              <a:t> in</a:t>
            </a:r>
          </a:p>
        </p:txBody>
      </p:sp>
      <p:sp>
        <p:nvSpPr>
          <p:cNvPr id="198" name="Rounded Rectangle 22">
            <a:extLst>
              <a:ext uri="{FF2B5EF4-FFF2-40B4-BE49-F238E27FC236}">
                <a16:creationId xmlns:a16="http://schemas.microsoft.com/office/drawing/2014/main" id="{0703DCF6-B17F-43C9-6F28-940044FE8AD7}"/>
              </a:ext>
            </a:extLst>
          </p:cNvPr>
          <p:cNvSpPr/>
          <p:nvPr/>
        </p:nvSpPr>
        <p:spPr>
          <a:xfrm>
            <a:off x="4981345" y="3695902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E4DFEC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3F1F5E"/>
                </a:solidFill>
                <a:latin typeface="Calibri"/>
              </a:rPr>
              <a:t>Primary</a:t>
            </a:r>
            <a:r>
              <a:rPr lang="en-US" sz="1200" b="1" dirty="0">
                <a:solidFill>
                  <a:srgbClr val="3F1F5E"/>
                </a:solidFill>
                <a:latin typeface="Calibri"/>
              </a:rPr>
              <a:t> projections</a:t>
            </a:r>
            <a:r>
              <a:rPr sz="1200" b="1" dirty="0">
                <a:solidFill>
                  <a:srgbClr val="3F1F5E"/>
                </a:solidFill>
                <a:latin typeface="Calibri"/>
              </a:rPr>
              <a:t> pᵥ</a:t>
            </a:r>
          </a:p>
          <a:p>
            <a:pPr algn="ctr"/>
            <a:r>
              <a:rPr lang="en-US" sz="1100" dirty="0">
                <a:solidFill>
                  <a:srgbClr val="3F1F5E"/>
                </a:solidFill>
                <a:latin typeface="Calibri"/>
              </a:rPr>
              <a:t>Through the material </a:t>
            </a:r>
            <a:r>
              <a:rPr sz="1100" dirty="0">
                <a:solidFill>
                  <a:srgbClr val="3F1F5E"/>
                </a:solidFill>
                <a:latin typeface="Calibri"/>
              </a:rPr>
              <a:t>densities ρ(Xₖ)</a:t>
            </a:r>
          </a:p>
        </p:txBody>
      </p:sp>
      <p:sp>
        <p:nvSpPr>
          <p:cNvPr id="199" name="Rounded Rectangle 23">
            <a:extLst>
              <a:ext uri="{FF2B5EF4-FFF2-40B4-BE49-F238E27FC236}">
                <a16:creationId xmlns:a16="http://schemas.microsoft.com/office/drawing/2014/main" id="{6098FCC5-D675-C69D-1ADE-147AFB934F9D}"/>
              </a:ext>
            </a:extLst>
          </p:cNvPr>
          <p:cNvSpPr/>
          <p:nvPr/>
        </p:nvSpPr>
        <p:spPr>
          <a:xfrm>
            <a:off x="7084465" y="3695902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7F6000"/>
                </a:solidFill>
                <a:latin typeface="Calibri"/>
              </a:rPr>
              <a:t>Scatter-to-primary ratio</a:t>
            </a:r>
          </a:p>
          <a:p>
            <a:pPr algn="ctr"/>
            <a:r>
              <a:rPr sz="1100" dirty="0">
                <a:solidFill>
                  <a:srgbClr val="7F6000"/>
                </a:solidFill>
                <a:latin typeface="Calibri"/>
              </a:rPr>
              <a:t>SPRᵥ = sᵥ / pᵥ</a:t>
            </a:r>
          </a:p>
        </p:txBody>
      </p:sp>
      <p:sp>
        <p:nvSpPr>
          <p:cNvPr id="200" name="Rounded Rectangle 24">
            <a:extLst>
              <a:ext uri="{FF2B5EF4-FFF2-40B4-BE49-F238E27FC236}">
                <a16:creationId xmlns:a16="http://schemas.microsoft.com/office/drawing/2014/main" id="{CE0741F0-62A4-3156-E83D-64B9966358C3}"/>
              </a:ext>
            </a:extLst>
          </p:cNvPr>
          <p:cNvSpPr/>
          <p:nvPr/>
        </p:nvSpPr>
        <p:spPr>
          <a:xfrm>
            <a:off x="9187585" y="3695902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7F6000"/>
                </a:solidFill>
                <a:latin typeface="Calibri"/>
              </a:rPr>
              <a:t>Corrected projections</a:t>
            </a:r>
          </a:p>
          <a:p>
            <a:pPr algn="ctr"/>
            <a:r>
              <a:rPr sz="1100" dirty="0">
                <a:solidFill>
                  <a:srgbClr val="7F6000"/>
                </a:solidFill>
                <a:latin typeface="Calibri"/>
              </a:rPr>
              <a:t>Yᵥ / (1 + SPRᵥ)</a:t>
            </a:r>
          </a:p>
        </p:txBody>
      </p:sp>
      <p:sp>
        <p:nvSpPr>
          <p:cNvPr id="201" name="Rounded Rectangle 25">
            <a:extLst>
              <a:ext uri="{FF2B5EF4-FFF2-40B4-BE49-F238E27FC236}">
                <a16:creationId xmlns:a16="http://schemas.microsoft.com/office/drawing/2014/main" id="{6DF8E2E0-9EE7-97B2-0B78-0147221EC6E1}"/>
              </a:ext>
            </a:extLst>
          </p:cNvPr>
          <p:cNvSpPr/>
          <p:nvPr/>
        </p:nvSpPr>
        <p:spPr>
          <a:xfrm>
            <a:off x="11290705" y="3695902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lang="en-US" sz="1200" b="1" dirty="0">
                <a:solidFill>
                  <a:srgbClr val="1F3864"/>
                </a:solidFill>
                <a:latin typeface="Calibri"/>
              </a:rPr>
              <a:t>One or more </a:t>
            </a:r>
            <a:r>
              <a:rPr sz="1200" b="1" dirty="0">
                <a:solidFill>
                  <a:srgbClr val="1F3864"/>
                </a:solidFill>
                <a:latin typeface="Calibri"/>
              </a:rPr>
              <a:t>MBIR iterations</a:t>
            </a:r>
          </a:p>
          <a:p>
            <a:pPr algn="ctr"/>
            <a:r>
              <a:rPr sz="1100" dirty="0">
                <a:solidFill>
                  <a:srgbClr val="1F3864"/>
                </a:solidFill>
                <a:latin typeface="Calibri"/>
              </a:rPr>
              <a:t>warm-started at Xₖ</a:t>
            </a:r>
          </a:p>
          <a:p>
            <a:pPr algn="ctr"/>
            <a:r>
              <a:rPr sz="1100" dirty="0">
                <a:solidFill>
                  <a:srgbClr val="1F3864"/>
                </a:solidFill>
                <a:latin typeface="Calibri"/>
              </a:rPr>
              <a:t>→ Xₖ₊₁</a:t>
            </a:r>
          </a:p>
        </p:txBody>
      </p:sp>
      <p:cxnSp>
        <p:nvCxnSpPr>
          <p:cNvPr id="202" name="Connector 26">
            <a:extLst>
              <a:ext uri="{FF2B5EF4-FFF2-40B4-BE49-F238E27FC236}">
                <a16:creationId xmlns:a16="http://schemas.microsoft.com/office/drawing/2014/main" id="{7DA12EAB-F4F9-0C17-83F2-E17C35675E07}"/>
              </a:ext>
            </a:extLst>
          </p:cNvPr>
          <p:cNvCxnSpPr>
            <a:cxnSpLocks/>
            <a:stCxn id="198" idx="3"/>
            <a:endCxn id="199" idx="1"/>
          </p:cNvCxnSpPr>
          <p:nvPr/>
        </p:nvCxnSpPr>
        <p:spPr>
          <a:xfrm>
            <a:off x="6810145" y="4153102"/>
            <a:ext cx="274320" cy="0"/>
          </a:xfrm>
          <a:prstGeom prst="line">
            <a:avLst/>
          </a:prstGeom>
          <a:ln w="19050">
            <a:solidFill>
              <a:srgbClr val="7030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7">
            <a:extLst>
              <a:ext uri="{FF2B5EF4-FFF2-40B4-BE49-F238E27FC236}">
                <a16:creationId xmlns:a16="http://schemas.microsoft.com/office/drawing/2014/main" id="{5E4E0E02-655B-5727-619B-ECDCC8F269C1}"/>
              </a:ext>
            </a:extLst>
          </p:cNvPr>
          <p:cNvCxnSpPr>
            <a:cxnSpLocks/>
            <a:stCxn id="199" idx="3"/>
            <a:endCxn id="200" idx="1"/>
          </p:cNvCxnSpPr>
          <p:nvPr/>
        </p:nvCxnSpPr>
        <p:spPr>
          <a:xfrm>
            <a:off x="8913265" y="4153102"/>
            <a:ext cx="274320" cy="0"/>
          </a:xfrm>
          <a:prstGeom prst="line">
            <a:avLst/>
          </a:prstGeom>
          <a:ln w="19050">
            <a:solidFill>
              <a:srgbClr val="BF9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8">
            <a:extLst>
              <a:ext uri="{FF2B5EF4-FFF2-40B4-BE49-F238E27FC236}">
                <a16:creationId xmlns:a16="http://schemas.microsoft.com/office/drawing/2014/main" id="{D670384F-954D-13FD-84A0-FE90DAE856FA}"/>
              </a:ext>
            </a:extLst>
          </p:cNvPr>
          <p:cNvCxnSpPr>
            <a:cxnSpLocks/>
            <a:stCxn id="200" idx="3"/>
            <a:endCxn id="201" idx="1"/>
          </p:cNvCxnSpPr>
          <p:nvPr/>
        </p:nvCxnSpPr>
        <p:spPr>
          <a:xfrm>
            <a:off x="11016385" y="4153102"/>
            <a:ext cx="274320" cy="0"/>
          </a:xfrm>
          <a:prstGeom prst="line">
            <a:avLst/>
          </a:prstGeom>
          <a:ln w="19050">
            <a:solidFill>
              <a:srgbClr val="BF9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39">
            <a:extLst>
              <a:ext uri="{FF2B5EF4-FFF2-40B4-BE49-F238E27FC236}">
                <a16:creationId xmlns:a16="http://schemas.microsoft.com/office/drawing/2014/main" id="{F453A8E7-99E9-7DCF-1DCF-928484A9C839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13348105" y="4153102"/>
            <a:ext cx="274320" cy="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40">
            <a:extLst>
              <a:ext uri="{FF2B5EF4-FFF2-40B4-BE49-F238E27FC236}">
                <a16:creationId xmlns:a16="http://schemas.microsoft.com/office/drawing/2014/main" id="{49184B2B-C238-F4A3-F461-D791254CEE36}"/>
              </a:ext>
            </a:extLst>
          </p:cNvPr>
          <p:cNvCxnSpPr>
            <a:cxnSpLocks/>
          </p:cNvCxnSpPr>
          <p:nvPr/>
        </p:nvCxnSpPr>
        <p:spPr>
          <a:xfrm>
            <a:off x="13622425" y="4148554"/>
            <a:ext cx="0" cy="656879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41">
            <a:extLst>
              <a:ext uri="{FF2B5EF4-FFF2-40B4-BE49-F238E27FC236}">
                <a16:creationId xmlns:a16="http://schemas.microsoft.com/office/drawing/2014/main" id="{B3C48E48-0D11-5320-3DCF-288AC277B628}"/>
              </a:ext>
            </a:extLst>
          </p:cNvPr>
          <p:cNvCxnSpPr>
            <a:cxnSpLocks/>
          </p:cNvCxnSpPr>
          <p:nvPr/>
        </p:nvCxnSpPr>
        <p:spPr>
          <a:xfrm flipH="1">
            <a:off x="4714978" y="4805431"/>
            <a:ext cx="8907449" cy="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42">
            <a:extLst>
              <a:ext uri="{FF2B5EF4-FFF2-40B4-BE49-F238E27FC236}">
                <a16:creationId xmlns:a16="http://schemas.microsoft.com/office/drawing/2014/main" id="{DF8863B9-9D3D-2D93-5107-D4B1C60712F3}"/>
              </a:ext>
            </a:extLst>
          </p:cNvPr>
          <p:cNvCxnSpPr>
            <a:cxnSpLocks/>
          </p:cNvCxnSpPr>
          <p:nvPr/>
        </p:nvCxnSpPr>
        <p:spPr>
          <a:xfrm flipV="1">
            <a:off x="4709676" y="894143"/>
            <a:ext cx="0" cy="39112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43">
            <a:extLst>
              <a:ext uri="{FF2B5EF4-FFF2-40B4-BE49-F238E27FC236}">
                <a16:creationId xmlns:a16="http://schemas.microsoft.com/office/drawing/2014/main" id="{70CA0F9D-84D0-76F3-D1DB-2CFDA2A7A388}"/>
              </a:ext>
            </a:extLst>
          </p:cNvPr>
          <p:cNvCxnSpPr/>
          <p:nvPr/>
        </p:nvCxnSpPr>
        <p:spPr>
          <a:xfrm>
            <a:off x="4709676" y="894142"/>
            <a:ext cx="274320" cy="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ounded Rectangle 45">
            <a:extLst>
              <a:ext uri="{FF2B5EF4-FFF2-40B4-BE49-F238E27FC236}">
                <a16:creationId xmlns:a16="http://schemas.microsoft.com/office/drawing/2014/main" id="{D0D2E99E-1681-3EBB-1B9D-EFEDD7BD8312}"/>
              </a:ext>
            </a:extLst>
          </p:cNvPr>
          <p:cNvSpPr/>
          <p:nvPr/>
        </p:nvSpPr>
        <p:spPr>
          <a:xfrm>
            <a:off x="14012037" y="3695943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5" tIns="27432" rIns="54865" bIns="27432" rtlCol="0" anchor="ctr"/>
          <a:lstStyle/>
          <a:p>
            <a:pPr algn="ctr"/>
            <a:r>
              <a:rPr sz="1200" b="1" dirty="0">
                <a:solidFill>
                  <a:srgbClr val="1F3864"/>
                </a:solidFill>
                <a:latin typeface="Calibri"/>
              </a:rPr>
              <a:t>Scatter-corrected</a:t>
            </a:r>
          </a:p>
          <a:p>
            <a:pPr algn="ctr"/>
            <a:r>
              <a:rPr sz="1200" b="1" dirty="0">
                <a:solidFill>
                  <a:srgbClr val="1F3864"/>
                </a:solidFill>
                <a:latin typeface="Calibri"/>
              </a:rPr>
              <a:t>reconstruction</a:t>
            </a:r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0C4EA69C-FDD5-438D-0931-59D3493FC0EF}"/>
              </a:ext>
            </a:extLst>
          </p:cNvPr>
          <p:cNvCxnSpPr>
            <a:cxnSpLocks/>
            <a:stCxn id="182" idx="3"/>
          </p:cNvCxnSpPr>
          <p:nvPr/>
        </p:nvCxnSpPr>
        <p:spPr>
          <a:xfrm flipV="1">
            <a:off x="4244657" y="685682"/>
            <a:ext cx="736690" cy="121910"/>
          </a:xfrm>
          <a:prstGeom prst="bentConnector3">
            <a:avLst>
              <a:gd name="adj1" fmla="val 26615"/>
            </a:avLst>
          </a:prstGeom>
          <a:ln w="19050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6CB95064-09E3-2D2F-FB96-A7AF407D019D}"/>
              </a:ext>
            </a:extLst>
          </p:cNvPr>
          <p:cNvCxnSpPr>
            <a:cxnSpLocks/>
            <a:stCxn id="186" idx="2"/>
            <a:endCxn id="189" idx="0"/>
          </p:cNvCxnSpPr>
          <p:nvPr/>
        </p:nvCxnSpPr>
        <p:spPr>
          <a:xfrm rot="16200000" flipH="1">
            <a:off x="6343801" y="1502539"/>
            <a:ext cx="658370" cy="182879"/>
          </a:xfrm>
          <a:prstGeom prst="bentConnector3">
            <a:avLst>
              <a:gd name="adj1" fmla="val 23872"/>
            </a:avLst>
          </a:prstGeom>
          <a:ln w="1905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57BF8852-3BF9-7DAB-DB0B-F3F2BBDA78C7}"/>
              </a:ext>
            </a:extLst>
          </p:cNvPr>
          <p:cNvCxnSpPr>
            <a:cxnSpLocks/>
            <a:endCxn id="198" idx="0"/>
          </p:cNvCxnSpPr>
          <p:nvPr/>
        </p:nvCxnSpPr>
        <p:spPr>
          <a:xfrm rot="16200000" flipH="1">
            <a:off x="4451064" y="2251221"/>
            <a:ext cx="2272775" cy="616587"/>
          </a:xfrm>
          <a:prstGeom prst="bentConnector3">
            <a:avLst>
              <a:gd name="adj1" fmla="val 90757"/>
            </a:avLst>
          </a:prstGeom>
          <a:ln w="1905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FD589FAB-0F27-2313-4C94-FF51CCAE3E7A}"/>
              </a:ext>
            </a:extLst>
          </p:cNvPr>
          <p:cNvCxnSpPr>
            <a:cxnSpLocks/>
            <a:stCxn id="190" idx="2"/>
            <a:endCxn id="199" idx="0"/>
          </p:cNvCxnSpPr>
          <p:nvPr/>
        </p:nvCxnSpPr>
        <p:spPr>
          <a:xfrm rot="5400000">
            <a:off x="9660793" y="1173365"/>
            <a:ext cx="860610" cy="4184465"/>
          </a:xfrm>
          <a:prstGeom prst="bentConnector3">
            <a:avLst>
              <a:gd name="adj1" fmla="val 76299"/>
            </a:avLst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41">
            <a:extLst>
              <a:ext uri="{FF2B5EF4-FFF2-40B4-BE49-F238E27FC236}">
                <a16:creationId xmlns:a16="http://schemas.microsoft.com/office/drawing/2014/main" id="{EE1629FA-33F2-86FF-79C1-F44D4C88F257}"/>
              </a:ext>
            </a:extLst>
          </p:cNvPr>
          <p:cNvCxnSpPr>
            <a:cxnSpLocks/>
          </p:cNvCxnSpPr>
          <p:nvPr/>
        </p:nvCxnSpPr>
        <p:spPr>
          <a:xfrm flipH="1">
            <a:off x="5272757" y="1423125"/>
            <a:ext cx="1308791" cy="1"/>
          </a:xfrm>
          <a:prstGeom prst="line">
            <a:avLst/>
          </a:prstGeom>
          <a:ln w="190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15">
            <a:extLst>
              <a:ext uri="{FF2B5EF4-FFF2-40B4-BE49-F238E27FC236}">
                <a16:creationId xmlns:a16="http://schemas.microsoft.com/office/drawing/2014/main" id="{B9417673-D440-D697-51C3-5ECA7E38C614}"/>
              </a:ext>
            </a:extLst>
          </p:cNvPr>
          <p:cNvCxnSpPr>
            <a:cxnSpLocks/>
          </p:cNvCxnSpPr>
          <p:nvPr/>
        </p:nvCxnSpPr>
        <p:spPr>
          <a:xfrm flipH="1">
            <a:off x="8065983" y="2502446"/>
            <a:ext cx="1219" cy="623684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13">
            <a:extLst>
              <a:ext uri="{FF2B5EF4-FFF2-40B4-BE49-F238E27FC236}">
                <a16:creationId xmlns:a16="http://schemas.microsoft.com/office/drawing/2014/main" id="{F644E277-C7BC-48DF-4F60-2892512FB4C6}"/>
              </a:ext>
            </a:extLst>
          </p:cNvPr>
          <p:cNvCxnSpPr>
            <a:cxnSpLocks/>
          </p:cNvCxnSpPr>
          <p:nvPr/>
        </p:nvCxnSpPr>
        <p:spPr>
          <a:xfrm flipV="1">
            <a:off x="8057104" y="2499155"/>
            <a:ext cx="213453" cy="3292"/>
          </a:xfrm>
          <a:prstGeom prst="line">
            <a:avLst/>
          </a:prstGeom>
          <a:ln w="19050">
            <a:solidFill>
              <a:srgbClr val="C55A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3">
            <a:extLst>
              <a:ext uri="{FF2B5EF4-FFF2-40B4-BE49-F238E27FC236}">
                <a16:creationId xmlns:a16="http://schemas.microsoft.com/office/drawing/2014/main" id="{60350AA4-8497-718D-FC4F-E17866DF123E}"/>
              </a:ext>
            </a:extLst>
          </p:cNvPr>
          <p:cNvCxnSpPr>
            <a:cxnSpLocks/>
            <a:endCxn id="210" idx="1"/>
          </p:cNvCxnSpPr>
          <p:nvPr/>
        </p:nvCxnSpPr>
        <p:spPr>
          <a:xfrm flipV="1">
            <a:off x="13625078" y="4153143"/>
            <a:ext cx="386960" cy="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159</Words>
  <Application>Microsoft Office PowerPoint</Application>
  <PresentationFormat>Custom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Jordan Houri</cp:lastModifiedBy>
  <cp:revision>2</cp:revision>
  <dcterms:created xsi:type="dcterms:W3CDTF">2013-01-27T09:14:16Z</dcterms:created>
  <dcterms:modified xsi:type="dcterms:W3CDTF">2026-10-17T17:18:12Z</dcterms:modified>
  <cp:category/>
</cp:coreProperties>
</file>